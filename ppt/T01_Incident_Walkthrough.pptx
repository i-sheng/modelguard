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1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05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Security Incident Response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-457200"/>
            <a:ext cx="3657600" cy="640080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926080" cy="228600"/>
          </a:xfrm>
          <a:prstGeom prst="rect">
            <a:avLst/>
          </a:prstGeom>
          <a:solidFill>
            <a:srgbClr val="0A8CC4"/>
          </a:solidFill>
          <a:ln w="12700">
            <a:solidFill>
              <a:srgbClr val="0A8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RESPONSE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Batch Data Injection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Incident Walkthrough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1148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10 min presentation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367028"/>
            <a:ext cx="2834640" cy="82296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89788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Respond · Recover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423160"/>
            <a:ext cx="2834640" cy="82296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897880" y="2496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2807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· Tests · Compliance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474720"/>
            <a:ext cx="2834640" cy="82296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3547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3858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in Threat Model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Security Incident Response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Walkthrough (Live Demo)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HMAC Integrity Runbook · docs/T01_HMAC_Integrity_Runbook.md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1078992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01168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143000" y="1225296"/>
            <a:ext cx="201168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43000" y="12252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DETECTION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151790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 or grep HMAC_SIGNATURE_FAILURE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81051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alert to Possible Causes table; identify the failing endpoint and request origin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1078992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011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143000" y="2487168"/>
            <a:ext cx="201168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14300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RESPONSE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" y="277977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api_user → suspend → verify 403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07238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api_user from log entry; call suspend endpoint; confirm valid-HMAC requests now return 403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39312"/>
            <a:ext cx="8412480" cy="1078992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201168" cy="10789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8679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143000" y="3749040"/>
            <a:ext cx="201168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14300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RECOVERY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3000" y="404164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test passes → review audit → lift suspension → document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33425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security test suite; review audit log trail; restore access; file incident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Security Incident Response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T-01 Belong in Our Preparedness Docs?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64592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ALL THREE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96012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20116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264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Threat_Model.md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62763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T-01 as highest-impact; defines attack vectors &amp; STRIDE categories; informs severity rating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96012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201168" cy="9601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542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Security_Tests.md + manual.test.ts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tests gate every deployment — CI fails if the control is removed, blocking a bad image before it ships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8412480" cy="96012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20116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657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Compliance_Audit.md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8587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HMAC control as evidence for GDPR Art. 5(1)(d), SOC 2 PI1, NIST AI RMF Manage; documents known gap (seed_history.py bypasses the API)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8412480" cy="41148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4439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is the only threat that touches all three documents — highest-impact, most fully mitigated threat in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Security Incident Response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Incidents &amp; Shared Root Cause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645920" cy="228600"/>
          </a:xfrm>
          <a:prstGeom prst="rect">
            <a:avLst/>
          </a:prstGeom>
          <a:solidFill>
            <a:srgbClr val="0A8CC4"/>
          </a:solidFill>
          <a:ln w="12700">
            <a:solidFill>
              <a:srgbClr val="0A8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977640" cy="228600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397764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— Batch Data Injection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input layer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signature on every request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· Repudiation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mitigated + CI-gated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3977640" cy="2286000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39776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T-02 — Mutable Audit Logs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storage layer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STRIDE family: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· Repudiation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deletes audit records — erases evidence T-01 ever happened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WORM object lock (30-day GOVERNANCE)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76272"/>
            <a:ext cx="457200" cy="0"/>
          </a:xfrm>
          <a:prstGeom prst="line">
            <a:avLst/>
          </a:prstGeom>
          <a:noFill/>
          <a:ln w="19050">
            <a:solidFill>
              <a:srgbClr val="7A9BBF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8412480" cy="841248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173736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ROOT CAUSE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T-01 and T-02 are input integrity failures at different system layers. A sophisticated attacker must defeat BOTH to fully cover their tracks. Mitigating either in isolation is insufficient — defense in depth requires both controls active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Security Incident Response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41248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64592" cy="8412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6245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 (live operator view) + CI security tests (pre-deploy gate) catch T-01 before and after deployment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8412480" cy="841248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164592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2020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phases: Detect → Respond (suspend api_user) → Recover (bun test + audit review + document)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8412480" cy="841248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164592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008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all three docs — Threat Model identified it, Security Tests gate it, Compliance Audit evidences 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8412480" cy="841248"/>
          </a:xfrm>
          <a:prstGeom prst="rect">
            <a:avLst/>
          </a:prstGeom>
          <a:solidFill>
            <a:srgbClr val="15203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922776"/>
            <a:ext cx="164592" cy="8412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and T-02 share the same integrity-failure root cause at different system layers — both controls must be active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Security Incident Response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listening.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· T-01 Batch Data Injection · Security Incident Response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557</Words>
  <Application>Microsoft Office PowerPoint</Application>
  <PresentationFormat>On-screen Show (16:9)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T-01 Simulated Incident Walkthrough</dc:title>
  <dc:subject>PptxGenJS Presentation</dc:subject>
  <dc:creator>PptxGenJS</dc:creator>
  <cp:lastModifiedBy>李逸盛</cp:lastModifiedBy>
  <cp:revision>3</cp:revision>
  <dcterms:created xsi:type="dcterms:W3CDTF">2026-06-02T07:19:24Z</dcterms:created>
  <dcterms:modified xsi:type="dcterms:W3CDTF">2026-06-02T07:25:43Z</dcterms:modified>
</cp:coreProperties>
</file>