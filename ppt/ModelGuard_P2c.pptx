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1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51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table-stakes gaps from v0.1, now closed.
1. Credential hygiene: hardcoded secrets are a critical audit finding. Moving to env vars means a compromised image no longer leaks storage access. Separate backend key pair limits blast radius.
2. CI/CD: signed images give a verifiable chain from commit to deployed container. Every PR gets the full security test suite before merge.
3. OE Dashboard: operators can diagnose incidents without raw storage credentials — significant insider-risk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Ranked by irreversibility and business impact.
Risk 1: Fix requires canary injection + cross-window trend aggregation. Until addressed, do not market as complete extraction prevention.
Risk 2: Fix — per-partner threshold config API + OE dashboard panel showing thresholds per partner.
Risk 3: Fix — score distribution histogram over time, feature drift monitoring, scheduled canary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panel live.
Health: show a partner with recent activity, then one that is stale.
Status: LOADED confirms the model is running — acknowledge this does not confirm accuracy (ties back to Risk 3).
Reports: pull up a CRITICAL report — show the query replay and recommended action.
Role strip: emphasise that on-call ops can diagnose an incident at 2am without any credential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28600" y="18288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Last Time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228600" y="877824"/>
            <a:ext cx="868680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69748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74320" y="113385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48640" y="2093976"/>
            <a:ext cx="2148840" cy="25603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48640" y="20939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22402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75488" y="35570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493008"/>
            <a:ext cx="216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keys moved to environment variables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" y="442569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361688"/>
            <a:ext cx="216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uses dedicated key pair,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root admin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23260" y="1024128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223260" y="1024128"/>
            <a:ext cx="2697480" cy="14173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223260" y="113385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9" name="Shape 17"/>
          <p:cNvSpPr/>
          <p:nvPr/>
        </p:nvSpPr>
        <p:spPr>
          <a:xfrm>
            <a:off x="3497580" y="2093976"/>
            <a:ext cx="2148840" cy="25603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497580" y="20939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614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451860" y="3337560"/>
            <a:ext cx="22402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3424428" y="3557016"/>
            <a:ext cx="91440" cy="91440"/>
          </a:xfrm>
          <a:prstGeom prst="ellipse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589020" y="3493008"/>
            <a:ext cx="216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tests run on every push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24428" y="4425696"/>
            <a:ext cx="91440" cy="91440"/>
          </a:xfrm>
          <a:prstGeom prst="ellipse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589020" y="4361688"/>
            <a:ext cx="216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container image published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GHCR on merge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1024128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6172200" y="1024128"/>
            <a:ext cx="269748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172200" y="113385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30" name="Shape 28"/>
          <p:cNvSpPr/>
          <p:nvPr/>
        </p:nvSpPr>
        <p:spPr>
          <a:xfrm>
            <a:off x="6446520" y="2093976"/>
            <a:ext cx="2148840" cy="25603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446520" y="20939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508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Dashboard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00800" y="3337560"/>
            <a:ext cx="22402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6373368" y="35570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6537960" y="3493008"/>
            <a:ext cx="216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partner health, system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theft reports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73368" y="442569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6537960" y="4361688"/>
            <a:ext cx="216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MinIO or API access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operators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28600" y="18288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Business Risks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228600" y="877824"/>
            <a:ext cx="868680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863193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128016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06424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0642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88352" y="1106424"/>
            <a:ext cx="13898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7388352" y="110642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097280"/>
            <a:ext cx="6172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False Negatives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481328"/>
            <a:ext cx="8321040" cy="16459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1536192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campaign below the threshold reports nothing — silence looks identical to a clean system.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9370" y="1883664"/>
            <a:ext cx="8337158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9370" y="1897380"/>
            <a:ext cx="54864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051560" y="18836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IP is irreversible. No canary or cross-batch view means low-and-slow attacks are invisible.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2391156"/>
            <a:ext cx="863193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256032" y="2391156"/>
            <a:ext cx="128016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473452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47345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88352" y="2473452"/>
            <a:ext cx="13898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388352" y="247345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2464308"/>
            <a:ext cx="6172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Per-Partner Risk Calibration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2848356"/>
            <a:ext cx="8321040" cy="16459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1051560" y="290322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thresholds are hardcoded — no per-customer tuning, no operator visibility.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2064" y="3250692"/>
            <a:ext cx="8284464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35916" y="3264408"/>
            <a:ext cx="54864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1051560" y="325069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threshold fits no one. Fintech clients need near-zero misses; others tolerate more. Churn risk.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6032" y="3758184"/>
            <a:ext cx="863193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256032" y="3758184"/>
            <a:ext cx="128016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57200" y="38404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88352" y="3840480"/>
            <a:ext cx="13898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7388352" y="38404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" y="3831336"/>
            <a:ext cx="6172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Accuracy Unverifiable in Production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7200" y="4215384"/>
            <a:ext cx="8321040" cy="16459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1051560" y="4270248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confirms detector is LOADED — not that scores are accurate or calibrated.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38912" y="4617720"/>
            <a:ext cx="8357616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435916" y="4617720"/>
            <a:ext cx="54864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1051560" y="46177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degraded model looks healthy until after an incident. No drift signal, no canary injection.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28600" y="18288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Dashboard — Live Demo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228600" y="877824"/>
            <a:ext cx="868680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631936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82696" y="1097280"/>
            <a:ext cx="18288" cy="164592"/>
          </a:xfrm>
          <a:prstGeom prst="rect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29184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 access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17336" y="1097280"/>
            <a:ext cx="18288" cy="164592"/>
          </a:xfrm>
          <a:prstGeom prst="rect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1264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storage credentials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26974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1481328"/>
            <a:ext cx="26974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48132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Submission Health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22402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1148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per registered partner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8712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rate  ·  Error rate  ·  Last seen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3260" y="1481328"/>
            <a:ext cx="26974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A5E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223260" y="1481328"/>
            <a:ext cx="2697480" cy="621792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360420" y="148132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451860" y="2286000"/>
            <a:ext cx="22402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36042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Detector: LOADED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60420" y="28712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MinIO: CONNECTED  ·  API: HEALTHY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481328"/>
            <a:ext cx="26974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172200" y="1481328"/>
            <a:ext cx="26974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309360" y="148132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Theft Reports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0" y="2286000"/>
            <a:ext cx="22402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30936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per CRITICAL / HIGH event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28712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partner  ·  date  ·  severity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977640"/>
            <a:ext cx="2877312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256032" y="3977640"/>
            <a:ext cx="2877312" cy="36576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20624" y="4114800"/>
            <a:ext cx="804672" cy="237744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20624" y="411480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98448" y="4114800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— all partners &amp; logs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33344" y="3977640"/>
            <a:ext cx="2877312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3133344" y="3977640"/>
            <a:ext cx="287731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3297936" y="4114800"/>
            <a:ext cx="80467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3297936" y="411480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Owner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75760" y="4114800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partner data only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10656" y="3977640"/>
            <a:ext cx="2877312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6010656" y="3977640"/>
            <a:ext cx="287731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6175248" y="4114800"/>
            <a:ext cx="804672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6175248" y="411480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Ops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53072" y="4114800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 ·  no credentials needed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524</Words>
  <Application>Microsoft Office PowerPoint</Application>
  <PresentationFormat>On-screen Show (16:9)</PresentationFormat>
  <Paragraphs>64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ModelGuard AI — Presentation 2</dc:title>
  <dc:subject>PptxGenJS Presentation</dc:subject>
  <dc:creator>ModelGuard</dc:creator>
  <cp:lastModifiedBy>李逸盛</cp:lastModifiedBy>
  <cp:revision>2</cp:revision>
  <dcterms:created xsi:type="dcterms:W3CDTF">2026-05-17T22:20:59Z</dcterms:created>
  <dcterms:modified xsi:type="dcterms:W3CDTF">2026-05-17T22:27:16Z</dcterms:modified>
</cp:coreProperties>
</file>