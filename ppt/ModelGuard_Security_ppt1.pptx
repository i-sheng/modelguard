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Operations Presentation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2514600"/>
            <a:ext cx="8229600" cy="274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AI models from extraction attacks — in real time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Analysis  ·  Top Risks  ·  OE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PRODUCT?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 attacker needs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breach, no stolen weights — just systematic queries to rebuild your model.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97280"/>
            <a:ext cx="2697480" cy="12801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2588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291840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ModelGuard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27889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organisations have no signal when extraction is in progress.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80760" y="109728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097280"/>
            <a:ext cx="2697480" cy="12801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2588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1965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172200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Audit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17920" y="27889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scores every query, flags patterns, and writes a tamper-evident trail.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are expensive to build and trivial to steal — ModelGuard closes that gap.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SECURITY RISKS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Analysis — ModelGuard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109728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234440" y="1371600"/>
            <a:ext cx="9144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in Public Repo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 admin tokens — entire auth boundary collapses instantly with zero exploitation effort.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token forgery · No brute force needed · Permanent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68880"/>
            <a:ext cx="109728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234440" y="2560320"/>
            <a:ext cx="9144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28529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MinIO Credentials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model weights, audit logs, and attack reports — the three assets ModelGuard exists to protect.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model artifacts · Erase audit trail · Silent deletion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57600"/>
            <a:ext cx="10972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49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1234440" y="3749040"/>
            <a:ext cx="91440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34440" y="40416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Upload — No Ownership Check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46320" y="3703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authenticated user can overwrite any model. Backdoored artifacts replace legitimate ones silently.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251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Cross-tenant overwrite · No versioning recovery · Undetected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  ·  CRITICAL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Signing Secret Committed to Public Repo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JWT secret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"modelguard-dev-secret-change-in-production"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hardcoded in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and committed to the public repository.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#1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is the only security boundary between the public internet and admin operations. A single line of source code enables an attacker to forge a permanent admin token — no password, no brute-force, no exploit required.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57276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5361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admin token from public repo — instant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10312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206654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delete audit logs — erase evidence of extraction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63347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9689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attack reports — see what ModelGuard has detected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316382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3127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malicious model artifacts to any model 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69417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3657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controls collapse — this is the master key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069080"/>
            <a:ext cx="40690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0690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Rotate secret immediately. Load from environment variable only.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  ·  CRITICAL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MinIO Credentials Hardcoded in docker-compose.yml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minioadmin / minioadmin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is hardcoded in docker-compose.yml and mirrored in the backend environment. MinIO ports 9000 and 9001 are bound to </a:t>
            </a:r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publicly reachable.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#2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holds the three things ModelGuard is built to protect. Default credentials on a public port hand attackers direct file-system access — no token needed. There is no object locking, so deletion is silent and irreversible.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ATTACKERS CAN 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572768"/>
            <a:ext cx="35661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910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model weights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core IP instantly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121408"/>
            <a:ext cx="35661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396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audit logs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evidence — no trace remains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670048"/>
            <a:ext cx="35661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883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attack reports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detection alert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218688"/>
            <a:ext cx="3566160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369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 model artifacts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4747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backdoored binaries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767328"/>
            <a:ext cx="356616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785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 locking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0233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is permanent and silent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69080"/>
            <a:ext cx="40690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0690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Rotate credentials, load from secrets manager, restrict port binding.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  ·  HIGH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 Overwrite — No Ownership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/models/{model_id}/upload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has no ownership check. Any authenticated customer can upload to any model_id with any filename — silently overwriting another tenant's artifact.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#3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 are the core IP ModelGuard is built to protect. A malicious tenant can silently replace a competitor's binary with a backdoored version. No error is returned, there is no versioning to recover from, and the audit trail only records that an upload occurred.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SCENARIO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572768"/>
            <a:ext cx="29260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72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15819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registers a legitimate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048256"/>
            <a:ext cx="29260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048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85232" y="20574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 competitor's model_id via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523744"/>
            <a:ext cx="29260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5237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85232" y="25328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backdoored binary with the same filename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999232"/>
            <a:ext cx="29260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300837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Competitor's clean model is silently replaced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474720"/>
            <a:ext cx="29260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34838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shows only 'upload occurred' — no ownership alert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950208"/>
            <a:ext cx="292608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39593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rollback possible without manual intervention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4069080"/>
            <a:ext cx="40690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0690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Validate ownership on every upload. Add object versioning.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DASHBOARD  ·  Built with Streamlit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0700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10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" y="226771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four-indicator view: Frontend, API, MinIO, Detector. First stop for every on-call engineer.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04872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04872" y="1005840"/>
            <a:ext cx="2011680" cy="1097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20700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96312" y="1810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14600" y="226771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model count, detection engine status, and MinIO health in a single dashboard.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81144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81144" y="1005840"/>
            <a:ext cx="201168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207008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72584" y="1810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690872" y="226771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tamper-evident records by model ID and date. 140 records found for sentiment-v1 in demo.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57416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57416" y="1005840"/>
            <a:ext cx="201168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207008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1810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Reports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67144" y="226771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HIGH/CRITICAL reports for sentiment-v1. Feature vectors reveal extraction patterns in real time.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65760" y="457200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production: First 60s on-call triage → security event spike detection → escalation to token revocation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6400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83210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3533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03120" y="132588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model extraction detection with tamper-evident audit trail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3210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0848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205740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in public repo — admin impersonation, zero effort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83210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697480"/>
            <a:ext cx="9144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816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03120" y="278892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MinIO creds — model weights and audit logs exposed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429000"/>
            <a:ext cx="83210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429000"/>
            <a:ext cx="9144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547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103120" y="352044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 ownership check — silent cross-tenant model overwrite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160520"/>
            <a:ext cx="8321040" cy="594360"/>
          </a:xfrm>
          <a:prstGeom prst="rect">
            <a:avLst/>
          </a:prstGeom>
          <a:solidFill>
            <a:srgbClr val="162030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4160520"/>
            <a:ext cx="91440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4279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Dashboard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103120" y="4251960"/>
            <a:ext cx="6492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ops view for health, auditing, and attack triage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— Security closes the gap between building models and protecting them.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HeaderTitle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DASHBOARD  ·  Live Screenshots</a:t>
            </a:r>
          </a:p>
        </p:txBody>
      </p:sp>
      <p:sp>
        <p:nvSpPr>
          <p:cNvPr id="4" name="Card_SysHealth"/>
          <p:cNvSpPr/>
          <p:nvPr/>
        </p:nvSpPr>
        <p:spPr>
          <a:xfrm>
            <a:off x="228600" y="1005840"/>
            <a:ext cx="4297680" cy="1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Bar_SysHealth"/>
          <p:cNvSpPr/>
          <p:nvPr/>
        </p:nvSpPr>
        <p:spPr>
          <a:xfrm>
            <a:off x="228600" y="1005840"/>
            <a:ext cx="4297680" cy="190000"/>
          </a:xfrm>
          <a:prstGeom prst="rect">
            <a:avLst/>
          </a:prstGeom>
          <a:solidFill>
            <a:srgbClr val="1B998B"/>
          </a:solidFill>
          <a:ln w="0">
            <a:noFill/>
          </a:ln>
        </p:spPr>
      </p:sp>
      <p:sp>
        <p:nvSpPr>
          <p:cNvPr id="6" name="Lbl_SysHealth"/>
          <p:cNvSpPr/>
          <p:nvPr/>
        </p:nvSpPr>
        <p:spPr>
          <a:xfrm>
            <a:off x="320040" y="1005840"/>
            <a:ext cx="411420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System Health</a:t>
            </a:r>
          </a:p>
        </p:txBody>
      </p:sp>
      <p:pic>
        <p:nvPicPr>
          <p:cNvPr id="7" name="Img_SysHealt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95840"/>
            <a:ext cx="4297680" cy="1450000"/>
          </a:xfrm>
          <a:prstGeom prst="rect">
            <a:avLst/>
          </a:prstGeom>
        </p:spPr>
      </p:pic>
      <p:sp>
        <p:nvSpPr>
          <p:cNvPr id="8" name="Card_Stats"/>
          <p:cNvSpPr/>
          <p:nvPr/>
        </p:nvSpPr>
        <p:spPr>
          <a:xfrm>
            <a:off x="4617720" y="1005840"/>
            <a:ext cx="4297680" cy="1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Bar_Stats"/>
          <p:cNvSpPr/>
          <p:nvPr/>
        </p:nvSpPr>
        <p:spPr>
          <a:xfrm>
            <a:off x="4617720" y="1005840"/>
            <a:ext cx="4297680" cy="190000"/>
          </a:xfrm>
          <a:prstGeom prst="rect">
            <a:avLst/>
          </a:prstGeom>
          <a:solidFill>
            <a:srgbClr val="2980B9"/>
          </a:solidFill>
          <a:ln w="0">
            <a:noFill/>
          </a:ln>
        </p:spPr>
      </p:sp>
      <p:sp>
        <p:nvSpPr>
          <p:cNvPr id="10" name="Lbl_Stats"/>
          <p:cNvSpPr/>
          <p:nvPr/>
        </p:nvSpPr>
        <p:spPr>
          <a:xfrm>
            <a:off x="4709160" y="1005840"/>
            <a:ext cx="411420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Statistics</a:t>
            </a:r>
          </a:p>
        </p:txBody>
      </p:sp>
      <p:pic>
        <p:nvPicPr>
          <p:cNvPr id="11" name="Img_Sta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195840"/>
            <a:ext cx="4297680" cy="1450000"/>
          </a:xfrm>
          <a:prstGeom prst="rect">
            <a:avLst/>
          </a:prstGeom>
        </p:spPr>
      </p:pic>
      <p:sp>
        <p:nvSpPr>
          <p:cNvPr id="12" name="Card_AuditLogs"/>
          <p:cNvSpPr/>
          <p:nvPr/>
        </p:nvSpPr>
        <p:spPr>
          <a:xfrm>
            <a:off x="228600" y="2805840"/>
            <a:ext cx="4297680" cy="1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Bar_AuditLogs"/>
          <p:cNvSpPr/>
          <p:nvPr/>
        </p:nvSpPr>
        <p:spPr>
          <a:xfrm>
            <a:off x="228600" y="2805840"/>
            <a:ext cx="4297680" cy="19000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</p:sp>
      <p:sp>
        <p:nvSpPr>
          <p:cNvPr id="14" name="Lbl_AuditLogs"/>
          <p:cNvSpPr/>
          <p:nvPr/>
        </p:nvSpPr>
        <p:spPr>
          <a:xfrm>
            <a:off x="320040" y="2805840"/>
            <a:ext cx="411420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Audit Logs</a:t>
            </a:r>
          </a:p>
        </p:txBody>
      </p:sp>
      <p:pic>
        <p:nvPicPr>
          <p:cNvPr id="15" name="Img_AuditLo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95840"/>
            <a:ext cx="4297680" cy="1450000"/>
          </a:xfrm>
          <a:prstGeom prst="rect">
            <a:avLst/>
          </a:prstGeom>
        </p:spPr>
      </p:pic>
      <p:sp>
        <p:nvSpPr>
          <p:cNvPr id="16" name="Card_AttackRpts"/>
          <p:cNvSpPr/>
          <p:nvPr/>
        </p:nvSpPr>
        <p:spPr>
          <a:xfrm>
            <a:off x="4617720" y="2805840"/>
            <a:ext cx="4297680" cy="1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Bar_AttackRpts"/>
          <p:cNvSpPr/>
          <p:nvPr/>
        </p:nvSpPr>
        <p:spPr>
          <a:xfrm>
            <a:off x="4617720" y="2805840"/>
            <a:ext cx="4297680" cy="190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</p:sp>
      <p:sp>
        <p:nvSpPr>
          <p:cNvPr id="18" name="Lbl_AttackRpts"/>
          <p:cNvSpPr/>
          <p:nvPr/>
        </p:nvSpPr>
        <p:spPr>
          <a:xfrm>
            <a:off x="4709160" y="2805840"/>
            <a:ext cx="411420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Attack Reports</a:t>
            </a:r>
          </a:p>
        </p:txBody>
      </p:sp>
      <p:pic>
        <p:nvPicPr>
          <p:cNvPr id="19" name="Img_AttackRp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995840"/>
            <a:ext cx="4297680" cy="1450000"/>
          </a:xfrm>
          <a:prstGeom prst="rect">
            <a:avLst/>
          </a:prstGeom>
        </p:spPr>
      </p:pic>
      <p:sp>
        <p:nvSpPr>
          <p:cNvPr id="20" name="FooterBar"/>
          <p:cNvSpPr/>
          <p:nvPr/>
        </p:nvSpPr>
        <p:spPr>
          <a:xfrm>
            <a:off x="228600" y="4680000"/>
            <a:ext cx="8686800" cy="380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FooterText"/>
          <p:cNvSpPr/>
          <p:nvPr/>
        </p:nvSpPr>
        <p:spPr>
          <a:xfrm>
            <a:off x="365760" y="4680000"/>
            <a:ext cx="850392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ModelGuard AI  ·  OE Dashboard v0.2.0-oss  ·  Operations &amp; Engineering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ModelGuard AI — Security Presentation</dc:title>
  <dc:subject>PptxGenJS Presentation</dc:subject>
  <dc:creator>PptxGenJS</dc:creator>
  <cp:lastModifiedBy>PptxGenJS</cp:lastModifiedBy>
  <cp:revision>1</cp:revision>
  <dcterms:created xsi:type="dcterms:W3CDTF">2026-04-20T20:08:14Z</dcterms:created>
  <dcterms:modified xsi:type="dcterms:W3CDTF">2026-04-20T20:08:14Z</dcterms:modified>
</cp:coreProperties>
</file>